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3EB6D-6E1D-8519-D071-A40A04313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ML Slides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9D93-200E-DD31-8BA0-D6A33E86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93E0-6574-CDC0-F382-CFE62644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“Machine learning is the field of study that gives computers the ability to learn without being explicitly programmed” </a:t>
            </a:r>
          </a:p>
          <a:p>
            <a:pPr marL="0" indent="0">
              <a:buNone/>
            </a:pPr>
            <a:r>
              <a:rPr lang="en-US" dirty="0"/>
              <a:t>	—Arthur L. Samuel, AI pioneer, 1959</a:t>
            </a:r>
          </a:p>
        </p:txBody>
      </p:sp>
    </p:spTree>
    <p:extLst>
      <p:ext uri="{BB962C8B-B14F-4D97-AF65-F5344CB8AC3E}">
        <p14:creationId xmlns:p14="http://schemas.microsoft.com/office/powerpoint/2010/main" val="4640651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Calisto MT</vt:lpstr>
      <vt:lpstr>Univers Condensed</vt:lpstr>
      <vt:lpstr>ChronicleVTI</vt:lpstr>
      <vt:lpstr>ML Slides Template</vt:lpstr>
      <vt:lpstr>What is Machine Learning?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27</cp:revision>
  <dcterms:created xsi:type="dcterms:W3CDTF">2025-10-28T15:32:43Z</dcterms:created>
  <dcterms:modified xsi:type="dcterms:W3CDTF">2026-08-31T15:45:46Z</dcterms:modified>
</cp:coreProperties>
</file>